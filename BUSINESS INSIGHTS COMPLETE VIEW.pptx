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A83A-3BA2-97E8-38DE-308BB5329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E076D-4110-0E9F-D732-2F8EE9370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10F17-C6BD-6268-A36C-EB238B8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EC2B6-B05D-370E-21A2-A1EE2C255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8E00E-F26B-9C1D-9D27-3784B7F7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02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B90A-7148-7316-C482-50C4664D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EC1DC-3128-7245-490A-9546DA998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D6EFF-B0B9-9B06-99CC-5EEF142A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DCFC2-4DFF-2DE3-5F10-1D970F64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DF418-366D-750B-76A9-55431DCB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7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54A0-D7E1-6C82-B00F-E09D11A15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0AF35-3A09-DBB1-5CEC-A2B69313B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53F6C-925F-4978-BE40-9D99ED45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20180-9CA9-6683-97EC-839C0007E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2EFFB-9C7C-F169-2869-CF7A5D6B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01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97D3-7DBD-6D8A-1024-C49E76194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237A-3511-6481-3143-955D5B31E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5BCD9-BE09-D382-6DF0-8BF73E71A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D86FB-6121-7D82-8688-D3ED9A39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5C055-9108-7273-6BD5-E620A5F5A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F54C8-AEEF-1147-7AB9-C4595893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57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137E-6F6A-25E7-178E-6821A8301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748F1-2CE0-C81D-1D54-C0E8373B3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BF8FFB-FD36-D59C-9041-BB88C9291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804E12-A68D-758F-113B-321C6D735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63CEE-7E07-BFB6-2DFC-5A38BBE30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2AB9E-FDB8-E62B-D4C5-A309DEEB6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DB229A-ED10-FDA9-2B0B-16A8C75C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9F19E-9E00-6702-C65A-5F807D37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366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FCEA7-A937-CA14-D102-97807697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6DE3E-AAB2-770E-A23C-AF7F714A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9F3D4-4A9B-5090-1ABE-AA5E80366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B5D624-2093-D025-1124-D3BF5FAD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22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6EFBBD-7CA1-3EDE-01D7-2F06B267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32CBD7-65F1-CE8E-5588-3C5FC2AF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D7416-072E-FD27-5E8F-1B82269D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87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854F5-B23D-A0F6-2910-35D833ACF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4A4C9-40A0-6A4F-768C-8B0CD5C79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BCDFE-EE5F-09FF-AF67-0224AA9C5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2A663-853E-2346-1F88-7C97C21D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0C38A-6727-5A3B-5667-6EAECD3A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6DE8C-894D-8EC2-4B6D-59738F25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64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4DB3-0C5F-F52A-524A-19DF3DA7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C9289B-7A72-0739-6F0F-6D2D6CC71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3E06F-1C67-925F-16DF-2CF7FAE96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302FE-D252-559E-30CB-CEF96C0AD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246CC-18CB-2BDB-4017-E91BA3F1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38632-CF06-729C-C1F4-18B968CB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675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5337-5A62-F3BD-3688-2E2FC74EB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CAC33-0AFA-3F8B-C9A3-8CBDB5CC9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C2E7C-628B-A7BE-7518-D24B5393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C966B-2DEF-AE66-6D07-45A4AF1E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825C9-A585-E1D3-B70A-F9CAB3B15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7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7B0F66-9C01-453C-8114-93B4A073C4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35622-D343-5810-E7B7-E463B29DF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14C5C-A901-4E3E-E368-A510FB4B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D14AC-CBC3-A414-CF0D-F59624BB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31AB3-825F-E87F-0132-D8CDBC5B7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11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AD16EC-5D3B-E9C2-7710-9CD958F3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5ACF4-F6A1-1FB5-E6D2-CB38FDE42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511C7-9F91-D4A8-7577-B7ADADB12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2B63B-A731-40DB-B131-4714FE5CF9B5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49F8-2C97-41DC-598E-6A678FBD8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82E54-36C4-E1B8-7D2F-9E8DAA69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D8B49-91D2-432D-B1FC-435BAFDF28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32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E40893-606D-5C69-A6C6-80B60E143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1" y="451757"/>
            <a:ext cx="12085138" cy="595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8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92BEB2-45C9-4049-975C-86C28282A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066" y="814528"/>
            <a:ext cx="11381867" cy="522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7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58F2A5-034B-C74C-E40A-E3D27792E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7" y="519097"/>
            <a:ext cx="10586357" cy="581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1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0A51AC-95DE-FC49-B1B4-F1CBA994B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239818"/>
            <a:ext cx="11756571" cy="637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1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96C2FD-513B-8123-2949-208FAFC09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" y="102197"/>
            <a:ext cx="12017829" cy="665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77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40BB34-D798-31D7-2847-2E466426E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4" y="206829"/>
            <a:ext cx="12087374" cy="64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1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102C54-FA28-BF75-20E2-D615F28A4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8" y="229849"/>
            <a:ext cx="12029063" cy="6453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3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63C930-654B-9CB6-40B8-EBF972C8B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8329"/>
            <a:ext cx="11887200" cy="676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55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lathish gajula</dc:creator>
  <cp:lastModifiedBy>lathish gajula</cp:lastModifiedBy>
  <cp:revision>1</cp:revision>
  <dcterms:created xsi:type="dcterms:W3CDTF">2026-05-13T08:55:30Z</dcterms:created>
  <dcterms:modified xsi:type="dcterms:W3CDTF">2026-05-13T08:56:10Z</dcterms:modified>
</cp:coreProperties>
</file>